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968996"/>
            <a:ext cx="562421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2011487"/>
            <a:ext cx="84951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2292102"/>
            <a:ext cx="41288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Hardware Connection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94769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Connecting sensors and display to the ESP32-S3 backbone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9288"/>
            <a:ext cx="514737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Components Connected This Week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87165"/>
            <a:ext cx="1905000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5339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ESP32-S3 Board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840435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Tested and verified as the project's microcontroller core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487165"/>
            <a:ext cx="1905074" cy="19050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35339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LCD1602 I2C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84051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16×2 character display wired via I2C bus for output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487165"/>
            <a:ext cx="1905074" cy="19050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35339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MQ135 Gas Sensor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84051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 quality sensor connected to an analog input pin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487165"/>
            <a:ext cx="1905074" cy="19050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35339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Grove Temp Sensor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84051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Mounted to a second analog pin for climate readings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1424880"/>
            <a:ext cx="3864769" cy="22937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2458" y="3001510"/>
            <a:ext cx="960688" cy="55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Connect MQ135 &amp; Temp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2631728" y="3094042"/>
            <a:ext cx="960688" cy="37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Wire LCD1602 I2C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01258" y="3094042"/>
            <a:ext cx="960688" cy="37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ESP32-S3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024339" y="1586582"/>
            <a:ext cx="308543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Wiring Sequence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24339" y="2082701"/>
            <a:ext cx="2628230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ESP32-S3 served as the central hub. The LCD1602 was connected first via the I2C bus. Sensors followed on analog input pins.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APM2000 dust sensor wiring plan was also drafted for the next phase.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4022" y="973559"/>
            <a:ext cx="4107135" cy="3196382"/>
          </a:xfrm>
          <a:prstGeom prst="roundRect">
            <a:avLst>
              <a:gd name="adj" fmla="val 665"/>
            </a:avLst>
          </a:prstGeom>
          <a:solidFill>
            <a:srgbClr val="66A8EE"/>
          </a:solidFill>
          <a:ln/>
        </p:spPr>
      </p:sp>
      <p:sp>
        <p:nvSpPr>
          <p:cNvPr id="3" name="Text 1"/>
          <p:cNvSpPr/>
          <p:nvPr/>
        </p:nvSpPr>
        <p:spPr>
          <a:xfrm>
            <a:off x="535781" y="111531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Two Roadblocks Hit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5781" y="1478533"/>
            <a:ext cx="3823618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LCD wiring confusion: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Some pins were unclear, and the display stayed blank at first.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APM2000 ambiguity: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Dust sensor pinout required extra planning before soldering.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115318"/>
            <a:ext cx="343919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Troubleshooting 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49701" y="1611437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Re-checked every I2C connection for loose or swapped wires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Scanned for the LCD's correct I2C address using a utility sketch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Cross-referenced APM2000 datasheet to map its pinout correctly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3230910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0D3E7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445966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0398" y="3393877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Tip: Always run an I2C scanner sketch before assuming a dead display.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91542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2 Takeaways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96119" y="135850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956816" y="140717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Sensors Live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1713681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MQ135 and Grove temperature sensor wired and responding on analog pins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450827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956816" y="24994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 Fixed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56816" y="2806005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LCD now shows data after I2C address verification and wiring correction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54315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956816" y="35918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Dust Sensor Next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56816" y="3898329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APM2000 wiring plan finalized — ready for assembly and testing next week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2026-06-30T10:14:29Z</dcterms:created>
  <dcterms:modified xsi:type="dcterms:W3CDTF">2026-06-30T10:14:29Z</dcterms:modified>
</cp:coreProperties>
</file>