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855589"/>
            <a:ext cx="599331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898079"/>
            <a:ext cx="88642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1166292" y="1855589"/>
            <a:ext cx="1426294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51347" y="1898079"/>
            <a:ext cx="171338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INTEGRATION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2178695"/>
            <a:ext cx="44287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System Integration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496119" y="283428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Bringing it all together: ESP32-S3, multi-sensor array, and real-time LCD output in one unified prototype.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57375"/>
            <a:ext cx="142875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4339" y="782241"/>
            <a:ext cx="2628230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Integrated Stack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024339" y="1632719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module connected and talking through a single MCU hub.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024339" y="2213893"/>
            <a:ext cx="2628230" cy="22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ESP32-S3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central processor, data aggregation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DHT / VOC sensor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temperature &amp; gas concentration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PM2.5 sensor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particulate matter readings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16×2 LCD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live status display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Serial Monitor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granular debug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Flow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67519" y="637877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analog signals to actionable air-quality insight.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57" y="762744"/>
            <a:ext cx="7272486" cy="39740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4731" y="2624803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 Readings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49912" y="2484314"/>
            <a:ext cx="168510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ESP32-S3 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71232" y="2607226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LCD Display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77656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adds fidelity — the LCD shows what the user needs; the Serial Monitor shows what the engineer needs.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62484"/>
            <a:ext cx="3902943" cy="9116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127" y="12232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Noisy Sensor Data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733127" y="1586508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Readings fluctuated beyond usable tolerance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115889"/>
            <a:ext cx="3902943" cy="9116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3127" y="2276698"/>
            <a:ext cx="21427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Code-Level Adjustments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33127" y="2639913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Tuned sampling logic, added strategic delays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69295"/>
            <a:ext cx="3902943" cy="91164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3127" y="3330104"/>
            <a:ext cx="2305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Multi-Environment Testing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733127" y="3693319"/>
            <a:ext cx="35051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stability across varying conditions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749701" y="1044773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Stabilizing Readings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4749701" y="1540892"/>
            <a:ext cx="3902943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sensor output wasn't reliable enough for a functional prototype. Signal jitter threatened the entire data pipeline.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fix required iterative debugging — adjusting polling intervals, inserting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delays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between reads, and re-testing across multiple environments to confirm consistency.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13072"/>
            <a:ext cx="646286" cy="255240"/>
          </a:xfrm>
          <a:prstGeom prst="roundRect">
            <a:avLst>
              <a:gd name="adj" fmla="val 18079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578495" y="454223"/>
            <a:ext cx="938733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1211014" y="413072"/>
            <a:ext cx="832917" cy="255240"/>
          </a:xfrm>
          <a:prstGeom prst="roundRect">
            <a:avLst>
              <a:gd name="adj" fmla="val 18079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93391" y="454223"/>
            <a:ext cx="1125364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721519"/>
            <a:ext cx="4971678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Prototype Verified — What's Next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496119" y="1332905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3550" dirty="0"/>
          </a:p>
        </p:txBody>
      </p:sp>
      <p:sp>
        <p:nvSpPr>
          <p:cNvPr id="9" name="Text 6"/>
          <p:cNvSpPr/>
          <p:nvPr/>
        </p:nvSpPr>
        <p:spPr>
          <a:xfrm>
            <a:off x="776883" y="195441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 Channels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96119" y="2248719"/>
            <a:ext cx="22782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Temperature, gas, PM2.5, air status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940621" y="1332905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3550" dirty="0"/>
          </a:p>
        </p:txBody>
      </p:sp>
      <p:sp>
        <p:nvSpPr>
          <p:cNvPr id="12" name="Text 9"/>
          <p:cNvSpPr/>
          <p:nvPr/>
        </p:nvSpPr>
        <p:spPr>
          <a:xfrm>
            <a:off x="3221385" y="195441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Unified System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940621" y="2248719"/>
            <a:ext cx="227826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modules on a single ESP32-S3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718370" y="3016002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3550" dirty="0"/>
          </a:p>
        </p:txBody>
      </p:sp>
      <p:sp>
        <p:nvSpPr>
          <p:cNvPr id="15" name="Text 12"/>
          <p:cNvSpPr/>
          <p:nvPr/>
        </p:nvSpPr>
        <p:spPr>
          <a:xfrm>
            <a:off x="1999134" y="3637508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Upgrades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718370" y="3931816"/>
            <a:ext cx="227826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monitoring &amp; warning alerts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6119" y="4297784"/>
            <a:ext cx="4722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prototype is functional and serves as a solid foundation for Io T-enabled air quality tracking.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2026-06-30T10:18:19Z</dcterms:created>
  <dcterms:modified xsi:type="dcterms:W3CDTF">2026-06-30T10:18:19Z</dcterms:modified>
</cp:coreProperties>
</file>