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968996"/>
            <a:ext cx="562421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2011487"/>
            <a:ext cx="8495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292102"/>
            <a:ext cx="45211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Coding &amp; Sensor Testing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476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Bringing the hardware to life — one sensor at a time.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5768"/>
            <a:ext cx="429339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Individual Sensor Validation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4364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sensor was tested in isolation before integration, ensuring baseline functionality and reliable data output.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29929"/>
            <a:ext cx="1143595" cy="1143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507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MQ135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572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air quality values streaming — analog output confirmed responsive to VOC exposure.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29929"/>
            <a:ext cx="1143595" cy="11435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2507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Temp Sensor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5572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Reported room temperature accurately within ±0.5°C tolerance across multiple readings.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29929"/>
            <a:ext cx="1143595" cy="11435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2507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LCD Screen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5572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Displayed basic text strings via I2C — backlight and contrast verified operational.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190"/>
            <a:ext cx="394461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Integration Challenge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40818"/>
            <a:ext cx="1428750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84697"/>
            <a:ext cx="2628230" cy="850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Merging individual sketches into </a:t>
            </a:r>
            <a:pPr algn="l" indent="0" marL="0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66A8E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unified program</a:t>
            </a:r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proved the toughest hurdle.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36257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sensor demanded its own timing, I2C address, and library — conflicts arose when combined.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3170560"/>
            <a:ext cx="2628230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Library collisions between sensor modules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I2C address overlap on the bus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Timing-sensitive readings blocking the main loop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9292"/>
            <a:ext cx="524046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APM2000: The Hardiest 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33798"/>
            <a:ext cx="3902943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Reading particulate matter data required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A8E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precise serial communication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the APM2000 and the ESP32-S3.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the simpler analog sensors, the dust sensor relied on a structured data frame — dropped packets and incorrect baud rates caused silent failures.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Debugging required serial monitoring byte-by-byte to validate checksums before trusting the values.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2146325"/>
            <a:ext cx="2551807" cy="1417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1514"/>
            <a:ext cx="944017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44004"/>
            <a:ext cx="123110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3 RECAP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4620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Takeaways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00" y="1691580"/>
            <a:ext cx="7321525" cy="2650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0518" y="1761821"/>
            <a:ext cx="7262889" cy="14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week's end, every sensor delivered trustworthy data — and the system was ready for field testing.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2026-06-30T10:18:02Z</dcterms:created>
  <dcterms:modified xsi:type="dcterms:W3CDTF">2026-06-30T10:18:02Z</dcterms:modified>
</cp:coreProperties>
</file>