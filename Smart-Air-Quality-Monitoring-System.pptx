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34058"/>
            <a:ext cx="572170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676549"/>
            <a:ext cx="85925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568130" y="1634058"/>
            <a:ext cx="1308571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653186" y="1676549"/>
            <a:ext cx="159566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PLANNING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195716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Air Quality Monitoring System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3925119" y="305573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kickoff: topic selection, component research, and initial system architecture planning.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8356"/>
            <a:ext cx="541511" cy="168325"/>
          </a:xfrm>
          <a:prstGeom prst="roundRect">
            <a:avLst>
              <a:gd name="adj" fmla="val 19898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5873" y="448196"/>
            <a:ext cx="879202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614660"/>
            <a:ext cx="319720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Components Identified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96119" y="968871"/>
            <a:ext cx="86089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key hardware elements selected to form the foundation of our monitoring system.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83481"/>
            <a:ext cx="1143819" cy="11438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414885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ESP32-S3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6119" y="2612603"/>
            <a:ext cx="1972196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microcontroller handling processing and wireless communication.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900" y="1183481"/>
            <a:ext cx="1143893" cy="11438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55900" y="2414960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LCD1602 I2C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555900" y="2612678"/>
            <a:ext cx="197227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module for real-time air quality data output.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755" y="1183481"/>
            <a:ext cx="1143893" cy="11438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5755" y="2414960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MQ135 Gas Sensor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615755" y="2612678"/>
            <a:ext cx="197227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harmful gases including NH3, NOx, and CO2 levels.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611" y="1183481"/>
            <a:ext cx="1143893" cy="11438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75611" y="2414960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Grove Temp Sensor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6675611" y="2612678"/>
            <a:ext cx="197227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ambient temperature with reliable accuracy.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024411"/>
            <a:ext cx="1143819" cy="11438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119" y="4255815"/>
            <a:ext cx="1392362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APM2000 Dust Sensor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496119" y="4453533"/>
            <a:ext cx="1972196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particulate matter concentration in the air.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39627"/>
            <a:ext cx="3478039" cy="20642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16892" y="3125059"/>
            <a:ext cx="864569" cy="16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LCD Display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827298" y="3125059"/>
            <a:ext cx="864569" cy="16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ESP32-S3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19939" y="3125059"/>
            <a:ext cx="864569" cy="16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324796" y="1423318"/>
            <a:ext cx="1041350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409852" y="1465808"/>
            <a:ext cx="13284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324796" y="1746424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Design Plan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324796" y="2242542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sensor feeds data to the ESP32-S3 microcontroller, which processes readings and outputs real-time results to the LCD display.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24796" y="3050530"/>
            <a:ext cx="432777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capture environmental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ESP32-S3 aggregates and processes signals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LCD1602 displays live readings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748159"/>
            <a:ext cx="922437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81174" y="790649"/>
            <a:ext cx="120952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071265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1 Roadblock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619176"/>
            <a:ext cx="4741813" cy="798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977" y="1638226"/>
            <a:ext cx="19795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APM2000 Dust Sensor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5977" y="1944737"/>
            <a:ext cx="45429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pins and communication options than other components — required extra study.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69" y="2662833"/>
            <a:ext cx="4741813" cy="798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5977" y="2681883"/>
            <a:ext cx="2261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Function Research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5977" y="2988394"/>
            <a:ext cx="45429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each sensor's role and integration path took significant effort.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601492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DADBF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3802261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778672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learning: mastering the APM2000 was critical — it's the most complex component in our system.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2026-06-30T10:12:51Z</dcterms:created>
  <dcterms:modified xsi:type="dcterms:W3CDTF">2026-06-30T10:12:51Z</dcterms:modified>
</cp:coreProperties>
</file>